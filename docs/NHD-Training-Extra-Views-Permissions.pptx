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05B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表格视图 · 切换 · 新建 · 筛选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 Views &amp; Filters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线索 / 客户 / 商机等列表都支持「视图」——同一批数据的不同看法。视图和筛选只改变你看到的呈现，不改数据本身。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70432" y="2112264"/>
            <a:ext cx="4956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切换视图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列表左上角视图名（如「All 线索 · 53」）下拉，切换不同预设视图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0083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70432" y="2971800"/>
            <a:ext cx="4956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新建视图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下拉里「新建视图」，命名并保存成自己的常用视图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38679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70432" y="3831336"/>
            <a:ext cx="4956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筛选（过滤）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右上「过滤」，按国家 / 来源 / 阶段 / 负责人等条件筛，可叠加多条件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47274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70432" y="4690872"/>
            <a:ext cx="4956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排序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右上「排序」，按某字段升序 / 降序排列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553212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5586984"/>
            <a:ext cx="54864" cy="667512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7" name="Text 14"/>
          <p:cNvSpPr/>
          <p:nvPr/>
        </p:nvSpPr>
        <p:spPr>
          <a:xfrm>
            <a:off x="859536" y="5532120"/>
            <a:ext cx="510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5F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说明　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视图与筛选是「怎么看」，不改动任何数据；仅表格视图，不涉及仪表盘。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92240" y="1371600"/>
            <a:ext cx="5056632" cy="4937760"/>
          </a:xfrm>
          <a:prstGeom prst="roundRect">
            <a:avLst>
              <a:gd name="adj" fmla="val 1481"/>
            </a:avLst>
          </a:prstGeom>
          <a:solidFill>
            <a:srgbClr val="F5F5F5"/>
          </a:solidFill>
          <a:ln w="15875">
            <a:solidFill>
              <a:srgbClr val="BDBDBD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6675120" y="1371600"/>
            <a:ext cx="46908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📷  放图位置
</a:t>
            </a:r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线索列表：视图下拉 + 过滤 / 排序面板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07A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权限设置 · 谁能看到什么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Visibility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系统按「角色 + 负责人 / 协办人」决定每个人能看到哪些数据——你不会看到不归你的客户。</a:t>
            </a:r>
            <a:endParaRPr lang="en-US" sz="13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6336792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身份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可见范围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具体看到哪些数据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262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后台管理员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全部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所有客户、线索、会话，全部可见可管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销售主管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团队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本团队成员负责 / 协办的数据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销售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自己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自己是「负责人」或「协办人」的记录 + 自己负责 / 参与的会话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4709160"/>
            <a:ext cx="10908792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40080" y="4764024"/>
            <a:ext cx="54864" cy="12618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6"/>
          <p:cNvSpPr/>
          <p:nvPr/>
        </p:nvSpPr>
        <p:spPr>
          <a:xfrm>
            <a:off x="859536" y="4709160"/>
            <a:ext cx="10524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负责人 / 协办人 = 可见性开关　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一条记录你看不看得到，取决于你是不是它的「负责人」或「协办人」。所以负责人务必填对——填错会让客户从你的列表里消失，或让别人看不到。离职交接：把负责人改成新同事，数据随之转移。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07B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权限设置 · 管理员配置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Admin: Roles &amp; Password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70432" y="1426464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分配角色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管理员在权限页给每个成员选：后台管理员 / 销售主管 / 销售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3957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70432" y="2359152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重置密码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成员行「重置密码」为其设新密码（仅后台管理员可操作）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3284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70432" y="3291840"/>
            <a:ext cx="5047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角色即时生效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改完角色立即生效，成员无需重新登录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4160520"/>
            <a:ext cx="557784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4215384"/>
            <a:ext cx="54864" cy="1261872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4" name="Text 11"/>
          <p:cNvSpPr/>
          <p:nvPr/>
        </p:nvSpPr>
        <p:spPr>
          <a:xfrm>
            <a:off x="859536" y="4160520"/>
            <a:ext cx="5193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5F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管理员专属　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「工作区」设置（常规 / 数据模型 / 布局 / 成员 / API / 应用 / AI）只有管理员可见；销售 / 销售主管的设置里没有这一段，属正常权限控制，不是缺失。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92240" y="1463040"/>
            <a:ext cx="5056632" cy="4069080"/>
          </a:xfrm>
          <a:prstGeom prst="roundRect">
            <a:avLst>
              <a:gd name="adj" fmla="val 1798"/>
            </a:avLst>
          </a:prstGeom>
          <a:solidFill>
            <a:srgbClr val="F5F5F5"/>
          </a:solidFill>
          <a:ln w="15875">
            <a:solidFill>
              <a:srgbClr val="BDBDBD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675120" y="1463040"/>
            <a:ext cx="46908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📷  放图位置
</a:t>
            </a:r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权限页：成员列表 + 角色下拉 + 重置密码按钮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新宏大 CRM 培训 · 新增页（视图与权限）</dc:title>
  <dc:subject>PptxGenJS Presentation</dc:subject>
  <dc:creator>NEW HONGDA</dc:creator>
  <cp:lastModifiedBy>NEW HONGDA</cp:lastModifiedBy>
  <cp:revision>1</cp:revision>
  <dcterms:created xsi:type="dcterms:W3CDTF">2026-08-13T06:52:41Z</dcterms:created>
  <dcterms:modified xsi:type="dcterms:W3CDTF">2026-08-13T06:52:41Z</dcterms:modified>
</cp:coreProperties>
</file>